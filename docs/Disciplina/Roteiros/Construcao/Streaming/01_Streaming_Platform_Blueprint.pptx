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BDBD"/>
    <a:srgbClr val="F4F3EE"/>
    <a:srgbClr val="DCE5EF"/>
    <a:srgbClr val="DBE4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597" y="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9FDC172-6B5F-15F9-B6EF-0B1C8A5E6CBA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DBE4EB"/>
          </a:solidFill>
          <a:ln>
            <a:solidFill>
              <a:srgbClr val="DC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5E6EC7C-00FF-B096-A4A7-F97413878B0C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DBE4EB"/>
          </a:solidFill>
          <a:ln>
            <a:solidFill>
              <a:srgbClr val="DC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5ADC13B-7BE4-B9AA-C038-C32ED5393495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DBE4EB"/>
          </a:solidFill>
          <a:ln>
            <a:solidFill>
              <a:srgbClr val="DC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393CF2B-7B6A-3DC7-B125-CA0FBB238436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DBE4EB"/>
          </a:solidFill>
          <a:ln>
            <a:solidFill>
              <a:srgbClr val="DC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80012DB-6E43-9902-79A3-EB782C3E097C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DBE4EB"/>
          </a:solidFill>
          <a:ln>
            <a:solidFill>
              <a:srgbClr val="DC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5B70703-FE0A-F2C8-7EA4-DC0E9DC93927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DBE4EB"/>
          </a:solidFill>
          <a:ln>
            <a:solidFill>
              <a:srgbClr val="DC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F176137-8E06-505D-D0AD-193D99A3EDAD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DBE4EB"/>
          </a:solidFill>
          <a:ln>
            <a:solidFill>
              <a:srgbClr val="DC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FB41CDA-C29C-D4CD-EFB9-2B9C74193A35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DBE4EB"/>
          </a:solidFill>
          <a:ln>
            <a:solidFill>
              <a:srgbClr val="DC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4A623A7-E21F-7760-19EC-5B0031B79324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DBE4EB"/>
          </a:solidFill>
          <a:ln>
            <a:solidFill>
              <a:srgbClr val="DC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D9B3E03-5E2C-7869-59DA-46F39CFB8AB3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DBE4EB"/>
          </a:solidFill>
          <a:ln>
            <a:solidFill>
              <a:srgbClr val="DC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EAE01B7-5538-9C8C-2219-FCE5AE3D19FA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DBE4EB"/>
          </a:solidFill>
          <a:ln>
            <a:solidFill>
              <a:srgbClr val="DCE5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C74C15A-7EBC-608D-8ABC-DAD7C66E900E}"/>
              </a:ext>
            </a:extLst>
          </p:cNvPr>
          <p:cNvSpPr/>
          <p:nvPr/>
        </p:nvSpPr>
        <p:spPr>
          <a:xfrm>
            <a:off x="14909800" y="8839200"/>
            <a:ext cx="1219200" cy="152400"/>
          </a:xfrm>
          <a:prstGeom prst="rect">
            <a:avLst/>
          </a:prstGeom>
          <a:solidFill>
            <a:srgbClr val="F4F3EE"/>
          </a:solidFill>
          <a:ln>
            <a:solidFill>
              <a:srgbClr val="BDBDB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Personalizar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JONH EDSON RIBEIRO DE CARVALHO</cp:lastModifiedBy>
  <cp:revision>2</cp:revision>
  <dcterms:created xsi:type="dcterms:W3CDTF">2006-08-16T00:00:00Z</dcterms:created>
  <dcterms:modified xsi:type="dcterms:W3CDTF">2026-10-21T16:45:55Z</dcterms:modified>
</cp:coreProperties>
</file>